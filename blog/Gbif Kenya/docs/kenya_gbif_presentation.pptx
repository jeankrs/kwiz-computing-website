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package/2006/relationships/metadata/extended-properties" Target="docProps/app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509" autoAdjust="0"/>
    <p:restoredTop sz="94000" autoAdjust="0"/>
  </p:normalViewPr>
  <p:slideViewPr>
    <p:cSldViewPr snapToGrid="0" snapToObjects="1">
      <p:cViewPr>
        <p:scale>
          <a:sx n="75" d="100"/>
          <a:sy n="75" d="100"/>
        </p:scale>
        <p:origin x="912" y="472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22A685-C4FC-6B4A-8D9A-9B2F824F140A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9343EE-0535-FB43-BDF3-A14E959F97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21913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9343EE-0535-FB43-BDF3-A14E959F97F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24515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12/10/25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kwizresearch.com/blog.html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12/10/25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kwizresearch.com/blog.html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12/10/25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kwizresearch.com/blog.html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12/10/25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kwizresearch.com/blog.html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12/10/25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kwizresearch.com/blog.html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12/10/25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kwizresearch.com/blog.html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12/10/25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kwizresearch.com/blog.html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12/10/25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kwizresearch.com/blog.html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12/10/25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kwizresearch.com/blog.html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12/10/25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kwizresearch.com/blog.html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12/10/25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kwizresearch.com/blog.html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10000"/>
            <a:lum/>
          </a:blip>
          <a:srcRect/>
          <a:tile tx="1270000" ty="952500" sx="100000" sy="100000" flip="xy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12/10/25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kwizresearch.com/blog.html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  <p:hf sldNum="0" hdr="0"/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kwizresearch.com/blog/Gbif%20Kenya/docs/kenya_gbif_bias_assessment.html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marL="0" lvl="0" indent="0">
              <a:buNone/>
            </a:pPr>
            <a:r>
              <a:rPr lang="en-US" dirty="0"/>
              <a:t>Kenya’s Biodiversity in GBIF: The Good, the Gaps, the Path Forward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marL="0" lvl="0" indent="0">
              <a:buNone/>
            </a:pPr>
            <a:br>
              <a:rPr dirty="0"/>
            </a:br>
            <a:br>
              <a:rPr dirty="0"/>
            </a:br>
            <a:r>
              <a:rPr dirty="0"/>
              <a:t>Jean K · Kwiz Computing Technologies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.jpg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2311400" y="1193800"/>
            <a:ext cx="45212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A8EA2FB-871A-8705-69BA-4A55058534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12/10/25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1607C6-74F2-E023-E5BC-A9E52FB346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kwizresearch.com/blog.html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Why this study?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Kenya’s biodiversity is legendary.</a:t>
            </a:r>
          </a:p>
          <a:p>
            <a:pPr lvl="0"/>
            <a:r>
              <a:t>But how much of it is actually </a:t>
            </a:r>
            <a:r>
              <a:rPr i="1"/>
              <a:t>visible</a:t>
            </a:r>
            <a:r>
              <a:t> in open data?</a:t>
            </a:r>
          </a:p>
          <a:p>
            <a:pPr lvl="0"/>
            <a:r>
              <a:t>Based on </a:t>
            </a:r>
            <a:r>
              <a:rPr b="1"/>
              <a:t>4.9M GBIF records</a:t>
            </a:r>
            <a:r>
              <a:t>, this reveals how sampling shapes what we think we know.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683F43-70D5-31E4-D184-2F4ABF1A17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12/10/25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9E9A18-3BE1-8D99-B10E-3ACAF9E9DC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kwizresearch.com/blog.html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Scope of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Uses </a:t>
            </a:r>
            <a:r>
              <a:rPr b="1"/>
              <a:t>ONLY GBIF-mediated open-access data</a:t>
            </a:r>
            <a:r>
              <a:t> for Kenya.</a:t>
            </a:r>
          </a:p>
          <a:p>
            <a:pPr lvl="0"/>
            <a:r>
              <a:t>Excludes national datasets (KWS, WRTI, NMK, universities, conservancies).</a:t>
            </a:r>
          </a:p>
          <a:p>
            <a:pPr lvl="0"/>
            <a:r>
              <a:t>This is </a:t>
            </a:r>
            <a:r>
              <a:rPr b="1"/>
              <a:t>“Kenya through the GBIF window”</a:t>
            </a:r>
            <a:r>
              <a:t>, not a full inventory.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085F3E-69A6-463E-C2B1-E4BBA42C2B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12/10/25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258D2B-892D-ED7C-F5DA-5789961D80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kwizresearch.com/blog.html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marL="0" lvl="0" indent="0">
              <a:buNone/>
            </a:pPr>
            <a:r>
              <a:t>Discovery 1 — Limited Coverage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0" lvl="0" indent="0">
              <a:buNone/>
            </a:pPr>
            <a:r>
              <a:t>Only </a:t>
            </a:r>
            <a:r>
              <a:rPr b="1"/>
              <a:t>13.3%</a:t>
            </a:r>
            <a:r>
              <a:t> of Kenya has any biodiversity records in GBIF.</a:t>
            </a:r>
          </a:p>
        </p:txBody>
      </p:sp>
      <p:pic>
        <p:nvPicPr>
          <p:cNvPr id="3" name="Picture 1" descr="kenya_gbif_presentation_files/figure-pptx/discovery1-map-1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800100"/>
            <a:ext cx="5105400" cy="3187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F64BE6-9346-00CE-29AA-D878D7354F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12/10/25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AB4B79-495F-5480-5A54-EBFEBD4B9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kwizresearch.com/blog.html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marL="0" lvl="0" indent="0">
              <a:buNone/>
            </a:pPr>
            <a:r>
              <a:t>Discovery 2 — Taxonomic Bias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87.5% of all records are birds.</a:t>
            </a:r>
          </a:p>
        </p:txBody>
      </p:sp>
      <p:pic>
        <p:nvPicPr>
          <p:cNvPr id="3" name="Picture 1" descr="kenya_gbif_presentation_files/figure-pptx/discovery2-treemap-1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800100"/>
            <a:ext cx="5105400" cy="3187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EF2975-A3CB-C9AE-01BC-32B0283253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12/10/25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047B3B-B4D4-AC40-F6EE-BAA3B78B6F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kwizresearch.com/blog.html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Discovery 3 — Data Quality Issues</a:t>
            </a:r>
          </a:p>
        </p:txBody>
      </p:sp>
      <p:pic>
        <p:nvPicPr>
          <p:cNvPr id="3" name="Picture 1" descr="kenya_gbif_presentation_files/figure-pptx/discovery3-quality-1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854200" y="1193800"/>
            <a:ext cx="54229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891B22-AF0C-086B-C3D0-2EA5DD4465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12/10/25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DAF50B-8246-1A4F-C4ED-8FBADCC9C4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kwizresearch.com/blog.html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Discovery 4 — Environmental Bias</a:t>
            </a:r>
          </a:p>
        </p:txBody>
      </p:sp>
      <p:pic>
        <p:nvPicPr>
          <p:cNvPr id="3" name="Picture 1" descr="kenya_gbif_presentation_files/figure-pptx/discovery4-env-1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311400" y="1193800"/>
            <a:ext cx="45212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D34E39-9F35-6B25-CE02-28A91A25D0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12/10/25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D9AF4B-F778-E055-E5B5-0B1E2C817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kwizresearch.com/blog.html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Implications for Kenya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Gaps form a </a:t>
            </a:r>
            <a:r>
              <a:rPr b="1"/>
              <a:t>roadmap</a:t>
            </a:r>
            <a:r>
              <a:t> for:</a:t>
            </a:r>
          </a:p>
          <a:p>
            <a:pPr lvl="1"/>
            <a:r>
              <a:t>Strategic biodiversity surveys</a:t>
            </a:r>
          </a:p>
          <a:p>
            <a:pPr lvl="1"/>
            <a:r>
              <a:t>Bias-aware modelling</a:t>
            </a:r>
          </a:p>
          <a:p>
            <a:pPr lvl="1"/>
            <a:r>
              <a:t>Better conservation planning</a:t>
            </a:r>
          </a:p>
          <a:p>
            <a:pPr lvl="0"/>
            <a:r>
              <a:t>Helps distinguish “species absent” from “species unsampled”.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4CF23D-6559-0C3B-5AB5-9645E11BE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12/10/25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28AEF0-98D2-18F0-0F1B-2D95324906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kwizresearch.com/blog.html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Vision 2030 Alignment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Vision 2030 calls for:</a:t>
            </a:r>
          </a:p>
          <a:p>
            <a:pPr lvl="1"/>
            <a:r>
              <a:t>Mapping wildlife hotspots</a:t>
            </a:r>
          </a:p>
          <a:p>
            <a:pPr lvl="1"/>
            <a:r>
              <a:t>Enhancing ecological monitoring</a:t>
            </a:r>
          </a:p>
          <a:p>
            <a:pPr lvl="1"/>
            <a:r>
              <a:t>Developing a national wildlife database at KWS HQ</a:t>
            </a:r>
          </a:p>
          <a:p>
            <a:pPr lvl="0"/>
            <a:r>
              <a:t>This GBIF baseline complements national data systems.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5E18FD-850F-27C1-5C7B-5622E54E18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12/10/25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4CD0FF-7281-7B1A-543C-26DAC4832A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kwizresearch.com/blog.html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Global Context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Findings mirror global patterns described by: - Meyer et al. (2015) - Beck et al. (2014) - Oliver et al. (2021) - Hughes (2021)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55C0E2-5079-1135-430D-6B4908F5C7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12/10/25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56B219-B839-861B-0BA0-C7A9D08AA6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kwizresearch.com/blog.html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Kenya’s biodiversity is richer than open data suggests. Understanding what is </a:t>
            </a:r>
            <a:r>
              <a:rPr b="1" dirty="0"/>
              <a:t>missing</a:t>
            </a:r>
            <a:r>
              <a:rPr dirty="0"/>
              <a:t> strengthens research, policy and conservation decisions.</a:t>
            </a:r>
            <a:endParaRPr lang="en-US" dirty="0"/>
          </a:p>
          <a:p>
            <a:pPr marL="0" lvl="0" indent="0">
              <a:buNone/>
            </a:pPr>
            <a:endParaRPr lang="en-US" dirty="0"/>
          </a:p>
          <a:p>
            <a:pPr marL="0" lvl="0" indent="0">
              <a:buNone/>
            </a:pPr>
            <a:r>
              <a:rPr lang="en-US" dirty="0"/>
              <a:t>Read the full analysis on </a:t>
            </a:r>
            <a:r>
              <a:rPr lang="en-US" dirty="0">
                <a:hlinkClick r:id="rId2"/>
              </a:rPr>
              <a:t>GBIF Data Quality Assessment here </a:t>
            </a:r>
            <a:endParaRPr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E118C-574C-C1DF-8F24-10F4756495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12/10/25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FCA793-FB40-86ED-F155-534A8E4B6F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kwizresearch.com/blog.html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D1D34770-47A8-402C-AF23-2B653F2D88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53D00BD-94B1-EB3C-5C66-6D4599CBED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7509" y="542923"/>
            <a:ext cx="4501582" cy="112156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3000" dirty="0"/>
              <a:t>Scan to Start the Conversation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5968F26-4C39-E005-340C-19974B7A05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7510" y="1803800"/>
            <a:ext cx="4501582" cy="2796775"/>
          </a:xfrm>
        </p:spPr>
        <p:txBody>
          <a:bodyPr vert="horz" lIns="91440" tIns="45720" rIns="91440" bIns="45720" rtlCol="0">
            <a:normAutofit fontScale="55000" lnSpcReduction="20000"/>
          </a:bodyPr>
          <a:lstStyle/>
          <a:p>
            <a:pPr defTabSz="914400">
              <a:lnSpc>
                <a:spcPct val="120000"/>
              </a:lnSpc>
            </a:pPr>
            <a:r>
              <a:rPr lang="en-US" sz="3200" dirty="0"/>
              <a:t>Kwiz Computing Technologies helps organizations build high-integrity, scalable, decision-ready data solutions biodiversity and climate analytics solutions.</a:t>
            </a:r>
          </a:p>
          <a:p>
            <a:pPr defTabSz="914400">
              <a:lnSpc>
                <a:spcPct val="120000"/>
              </a:lnSpc>
            </a:pPr>
            <a:br>
              <a:rPr lang="en-US" sz="3200" dirty="0"/>
            </a:br>
            <a:r>
              <a:rPr lang="en-US" sz="3200" dirty="0"/>
              <a:t>From data quality pipelines to advanced modelling and interactive dashboards, we support research, policy and enterprise needs across Africa and beyond.</a:t>
            </a:r>
            <a:endParaRPr lang="en-US" sz="15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BFF3FA-D0EE-581D-09B3-EA97EBD1111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2"/>
            <a:ext cx="1623559" cy="27384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1200">
                <a:solidFill>
                  <a:prstClr val="black">
                    <a:tint val="75000"/>
                  </a:prstClr>
                </a:solidFill>
                <a:latin typeface="Calibri" panose="020F0502020204030204"/>
              </a:rPr>
              <a:t>12/10/25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7F7C7B-A394-61C4-4952-244C504E1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96604" y="4767262"/>
            <a:ext cx="2858578" cy="27384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1200" kern="1200">
                <a:solidFill>
                  <a:prstClr val="black">
                    <a:tint val="75000"/>
                  </a:prstClr>
                </a:solidFill>
                <a:latin typeface="Calibri" panose="020F0502020204030204"/>
                <a:ea typeface="+mn-ea"/>
                <a:cs typeface="+mn-cs"/>
              </a:rPr>
              <a:t>kwizresearch.com/blog.html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6A69068-813E-ADFA-6933-3BC7AAE93F0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3991" r="3991"/>
          <a:stretch/>
        </p:blipFill>
        <p:spPr>
          <a:xfrm>
            <a:off x="5517306" y="422526"/>
            <a:ext cx="3362283" cy="4618580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32630261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414</Words>
  <Application>Microsoft Macintosh PowerPoint</Application>
  <PresentationFormat>On-screen Show (16:9)</PresentationFormat>
  <Paragraphs>62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Arial</vt:lpstr>
      <vt:lpstr>Calibri</vt:lpstr>
      <vt:lpstr>Office Theme</vt:lpstr>
      <vt:lpstr>Kenya’s Biodiversity in GBIF: The Good, the Gaps, the Path Forward</vt:lpstr>
      <vt:lpstr>PowerPoint Presentation</vt:lpstr>
      <vt:lpstr>Why this study?</vt:lpstr>
      <vt:lpstr>Scope of Data</vt:lpstr>
      <vt:lpstr>Discovery 1 — Limited Coverage</vt:lpstr>
      <vt:lpstr>Discovery 2 — Taxonomic Bias</vt:lpstr>
      <vt:lpstr>Discovery 3 — Data Quality Issues</vt:lpstr>
      <vt:lpstr>Discovery 4 — Environmental Bias</vt:lpstr>
      <vt:lpstr>Implications for Kenya</vt:lpstr>
      <vt:lpstr>Vision 2030 Alignment</vt:lpstr>
      <vt:lpstr>Global Context</vt:lpstr>
      <vt:lpstr>Conclusion</vt:lpstr>
      <vt:lpstr>Scan to Start the Conversation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I Learned Analysing 5 Million Biodiversity Records from Kenya</dc:title>
  <dc:creator>Jean K · Kwiz Computing Technologies</dc:creator>
  <cp:keywords/>
  <cp:lastModifiedBy>Jean Victor Kwizera</cp:lastModifiedBy>
  <cp:revision>10</cp:revision>
  <dcterms:created xsi:type="dcterms:W3CDTF">2025-12-10T08:00:19Z</dcterms:created>
  <dcterms:modified xsi:type="dcterms:W3CDTF">2025-12-10T09:39:19Z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editor">
    <vt:lpwstr>visual</vt:lpwstr>
  </property>
  <property fmtid="{D5CDD505-2E9C-101B-9397-08002B2CF9AE}" pid="6" name="execute">
    <vt:lpwstr/>
  </property>
  <property fmtid="{D5CDD505-2E9C-101B-9397-08002B2CF9AE}" pid="7" name="header-includes">
    <vt:lpwstr/>
  </property>
  <property fmtid="{D5CDD505-2E9C-101B-9397-08002B2CF9AE}" pid="8" name="include-after">
    <vt:lpwstr/>
  </property>
  <property fmtid="{D5CDD505-2E9C-101B-9397-08002B2CF9AE}" pid="9" name="include-before">
    <vt:lpwstr/>
  </property>
  <property fmtid="{D5CDD505-2E9C-101B-9397-08002B2CF9AE}" pid="10" name="jupyter">
    <vt:lpwstr>python3</vt:lpwstr>
  </property>
  <property fmtid="{D5CDD505-2E9C-101B-9397-08002B2CF9AE}" pid="11" name="labels">
    <vt:lpwstr/>
  </property>
  <property fmtid="{D5CDD505-2E9C-101B-9397-08002B2CF9AE}" pid="12" name="toc-title">
    <vt:lpwstr>Table of contents</vt:lpwstr>
  </property>
</Properties>
</file>